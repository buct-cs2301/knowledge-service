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37160" cy="20116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B4513"/>
                </a:solidFill>
              </a:defRPr>
            </a:pPr>
            <a:r>
              <a:t>海外文物知识服务子系统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2C2C"/>
                </a:solidFill>
              </a:defRPr>
            </a:pPr>
            <a:r>
              <a:t>个人工作汇报 — 服务器部署 · 项目计划管理 · 代码合并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46464"/>
                </a:solidFill>
              </a:defRPr>
            </a:pPr>
            <a:r>
              <a:t>汇报人：吴蕊</a:t>
            </a:r>
          </a:p>
          <a:p>
            <a:pPr>
              <a:spcAft>
                <a:spcPts val="600"/>
              </a:spcAft>
              <a:defRPr sz="1600">
                <a:solidFill>
                  <a:srgbClr val="646464"/>
                </a:solidFill>
              </a:defRPr>
            </a:pPr>
            <a:r>
              <a:t>项目周期：2026.4 — 2026.6  |  技术栈：Vue 3 + Spring Boot + Neo4j + MySQL</a:t>
            </a:r>
          </a:p>
          <a:p>
            <a:pPr>
              <a:spcAft>
                <a:spcPts val="600"/>
              </a:spcAft>
              <a:defRPr sz="1600">
                <a:solidFill>
                  <a:srgbClr val="646464"/>
                </a:solidFill>
              </a:defRPr>
            </a:pPr>
            <a:r>
              <a:t>线上环境：http://43.138.39.44/  |  修复记录：5.28 — 6.1（共 6 篇）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一、服务器部署与运维保障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D2BE"/>
                </a:solidFill>
              </a:defRPr>
            </a:pPr>
            <a:r>
              <a:t>搭建生产环境，保障系统 7×24 稳定可演示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【部署架构】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应用服务器 43.138.39.44：Nginx :80 反代 + Vue 静态资源 + Spring Boot :8085（systemd knowledge-service）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数据层：本地 MySQL muse 库 + 远程 Neo4j 39.106.231.119（61,261 件 Artifact 图谱数据）</a:t>
            </a:r>
          </a:p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【核心部署工作】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5.28 首次上线：接入远程 Neo4j、修复登录/注册/搜索链路，完成前后端打包部署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5.30 数据桥接：按馆藏编号将 MySQL 图片/原地址补入 Neo4j（6717+ 件有图，7140+ 件有外链）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5.31 Nginx 与缓存：恢复全路径 API 反代；index.html 禁缓存；修复 VITE_API_BASE 生产配置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6.1  持续迭代：前端 build → 同步 dist → reload nginx 的标准发布流程（累计 30+ 问题修复）</a:t>
            </a:r>
          </a:p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【运维体系】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新增 deploy/monitor.sh 健康巡检（systemd / 前端 / 后端 / Neo4j），systemd 定时器每 5 分钟执行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建立 deploy/修复记录/ 变更日志体系 + 三份 API 文档同步，便于团队联调与回溯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06440"/>
            <a:ext cx="3200400" cy="685800"/>
          </a:xfrm>
          <a:prstGeom prst="round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33872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30+</a:t>
            </a:r>
          </a:p>
          <a:p>
            <a:pPr algn="ctr">
              <a:defRPr sz="1200">
                <a:solidFill>
                  <a:srgbClr val="E6D2BE"/>
                </a:solidFill>
              </a:defRPr>
            </a:pPr>
            <a:r>
              <a:t>问题修复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5806440"/>
            <a:ext cx="3200400" cy="685800"/>
          </a:xfrm>
          <a:prstGeom prst="round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5833872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defRPr sz="1200">
                <a:solidFill>
                  <a:srgbClr val="E6D2BE"/>
                </a:solidFill>
              </a:defRPr>
            </a:pPr>
            <a:r>
              <a:t>篇修复记录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5806440"/>
            <a:ext cx="3200400" cy="685800"/>
          </a:xfrm>
          <a:prstGeom prst="round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5833872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5min</a:t>
            </a:r>
          </a:p>
          <a:p>
            <a:pPr algn="ctr">
              <a:defRPr sz="1200">
                <a:solidFill>
                  <a:srgbClr val="E6D2BE"/>
                </a:solidFill>
              </a:defRPr>
            </a:pPr>
            <a:r>
              <a:t>自动巡检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二、联调合并与项目协调 · 工作成果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D2BE"/>
                </a:solidFill>
              </a:defRPr>
            </a:pPr>
            <a:r>
              <a:t>整合各成员模块，打通 Neo4j 全链路，推动验收就绪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【代码合并与联调（代表性成果）】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搜索/分类/详情：Neo4j UUID 主键全链路对接，详情页 UI 重构 + 移动端响应式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用户体系：登录/注册/个人中心接口对齐；收藏/评论支持 objectId，打通后台管理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可视化：时间轴本地静态图 + 跳转详情；知识图谱节点跳转 + 拖拽误判修复；看板路由补全</a:t>
            </a:r>
          </a:p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【项目计划管理】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编制《项目管理计划》（5 周 WBS、里程碑、风险与交付物），组织分工落地与进度跟踪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维护修复记录索引与待办清单（P/T 编号），协调前后端接口规范，降低联调冲突</a:t>
            </a:r>
          </a:p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【阶段成果与展望】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系统已稳定上线，核心功能（浏览/搜索/图谱/时间轴/用户中心）均可演示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30+ 项 P 级问题已关闭；收藏/评论/登出串号等用户体验问题已修复</a:t>
            </a:r>
          </a:p>
          <a:p>
            <a:pPr lvl="1"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时间轴真实馆藏 API 切换、部分文物图片缺口等数据层事项可持续优化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783C"/>
                </a:solidFill>
              </a:defRPr>
            </a:pPr>
            <a:r>
              <a:t>5.28 首次部署  →  5.30 数据桥接/运维  →  5.31 UI+联调+收藏  →  6.1 可视化+社区评论  →  验收就绪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